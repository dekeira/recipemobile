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EC49F-484B-4C1B-87B6-646AED30798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D8AFC-6DD5-407E-AE8D-503B00FB7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07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8AFC-6DD5-407E-AE8D-503B00FB75F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785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908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26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621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52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36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115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075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77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615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94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410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9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7D39A-1856-4B27-B4D6-A3F7C3508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Книга рецептов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D3FC1F-F8AC-4E9E-BE6C-9766F681B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</a:t>
            </a: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Джафарова </a:t>
            </a:r>
            <a:r>
              <a:rPr lang="ru-RU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Айдан</a:t>
            </a:r>
            <a:endParaRPr lang="ru-RU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401ИС-22</a:t>
            </a:r>
            <a:endParaRPr lang="ru-RU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1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43DC50-E795-45D0-BEB5-4D08D714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3613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приложении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9BFF1B-64C6-439B-9C4F-161CD0B2964B}"/>
              </a:ext>
            </a:extLst>
          </p:cNvPr>
          <p:cNvSpPr/>
          <p:nvPr/>
        </p:nvSpPr>
        <p:spPr>
          <a:xfrm>
            <a:off x="569912" y="2294466"/>
            <a:ext cx="11049000" cy="390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9138" algn="just">
              <a:lnSpc>
                <a:spcPct val="150000"/>
              </a:lnSpc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"Книга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рецептов" – это удобное и современное мобильное приложение для всех, кто любит готовить. Приложение позволяет пользователям создавать, хранить, искать и делиться кулинарными рецептами. С его помощью вы сможете организовать свою личную кулинарную библиотеку, отслеживать статистику и находить вдохновение для новых блюд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719138" algn="just">
              <a:lnSpc>
                <a:spcPct val="150000"/>
              </a:lnSpc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цель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сделать процесс планирования и приготовления еды простым, организованным и увлекательным.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73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AA772-6746-4069-8E93-61037F20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74133"/>
            <a:ext cx="9905998" cy="1905000"/>
          </a:xfrm>
        </p:spPr>
        <p:txBody>
          <a:bodyPr>
            <a:normAutofit/>
          </a:bodyPr>
          <a:lstStyle/>
          <a:p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приложения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280D55-BCF1-445F-B01E-D687C6E10D84}"/>
              </a:ext>
            </a:extLst>
          </p:cNvPr>
          <p:cNvSpPr/>
          <p:nvPr/>
        </p:nvSpPr>
        <p:spPr>
          <a:xfrm>
            <a:off x="433137" y="2743200"/>
            <a:ext cx="914107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Полный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цикл работы с рецептами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от создания до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хранения</a:t>
            </a:r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Персонализированный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опыт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индивидуальные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коллекции</a:t>
            </a:r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интуитивный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отслеживание активности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защита личных данных и рецептов</a:t>
            </a:r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62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5515A-6A16-4D55-852A-40B0C870D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25691"/>
            <a:ext cx="9905998" cy="1486175"/>
          </a:xfrm>
        </p:spPr>
        <p:txBody>
          <a:bodyPr/>
          <a:lstStyle/>
          <a:p>
            <a:r>
              <a:rPr lang="ru-RU" b="1" dirty="0"/>
              <a:t>Ключевые функции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E80DFAE-6667-4576-96F2-8DBDA3032E43}"/>
              </a:ext>
            </a:extLst>
          </p:cNvPr>
          <p:cNvSpPr/>
          <p:nvPr/>
        </p:nvSpPr>
        <p:spPr>
          <a:xfrm>
            <a:off x="1143001" y="2763711"/>
            <a:ext cx="4775199" cy="312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b="1" dirty="0"/>
              <a:t>Основные:</a:t>
            </a:r>
          </a:p>
          <a:p>
            <a:r>
              <a:rPr lang="ru-RU" sz="2000" dirty="0"/>
              <a:t>📖 </a:t>
            </a:r>
            <a:r>
              <a:rPr lang="ru-RU" sz="2000" b="1" dirty="0"/>
              <a:t>Создание и редактирование рецептов</a:t>
            </a:r>
            <a:r>
              <a:rPr lang="ru-RU" sz="2000" dirty="0"/>
              <a:t> с ингредиентами и пошаговыми инструкциями</a:t>
            </a:r>
          </a:p>
          <a:p>
            <a:r>
              <a:rPr lang="ru-RU" sz="2000" dirty="0"/>
              <a:t>🔍 </a:t>
            </a:r>
            <a:r>
              <a:rPr lang="ru-RU" sz="2000" b="1" dirty="0"/>
              <a:t>Умный поиск</a:t>
            </a:r>
            <a:r>
              <a:rPr lang="ru-RU" sz="2000" dirty="0"/>
              <a:t> по названиям и ингредиентам</a:t>
            </a:r>
          </a:p>
          <a:p>
            <a:r>
              <a:rPr lang="ru-RU" sz="2000" dirty="0"/>
              <a:t>👤 </a:t>
            </a:r>
            <a:r>
              <a:rPr lang="ru-RU" sz="2000" b="1" dirty="0"/>
              <a:t>Персональные аккаунты</a:t>
            </a:r>
            <a:r>
              <a:rPr lang="ru-RU" sz="2000" dirty="0"/>
              <a:t> (регистрация и вход)</a:t>
            </a:r>
          </a:p>
          <a:p>
            <a:pPr algn="just">
              <a:lnSpc>
                <a:spcPct val="150000"/>
              </a:lnSpc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5D3761-C2A8-450A-924F-662997A98028}"/>
              </a:ext>
            </a:extLst>
          </p:cNvPr>
          <p:cNvSpPr/>
          <p:nvPr/>
        </p:nvSpPr>
        <p:spPr>
          <a:xfrm>
            <a:off x="6561668" y="2763711"/>
            <a:ext cx="448733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ru-RU" sz="2000" b="1" dirty="0"/>
          </a:p>
          <a:p>
            <a:r>
              <a:rPr lang="ru-RU" sz="2000" dirty="0"/>
              <a:t>📊 </a:t>
            </a:r>
            <a:r>
              <a:rPr lang="ru-RU" sz="2000" b="1" dirty="0"/>
              <a:t>Статистика</a:t>
            </a:r>
            <a:r>
              <a:rPr lang="ru-RU" sz="2000" dirty="0"/>
              <a:t> – отслеживание активности и коллекции</a:t>
            </a:r>
          </a:p>
          <a:p>
            <a:r>
              <a:rPr lang="ru-RU" sz="2000" dirty="0"/>
              <a:t>🏷️ </a:t>
            </a:r>
            <a:r>
              <a:rPr lang="ru-RU" sz="2000" b="1" dirty="0"/>
              <a:t>Категории и теги</a:t>
            </a:r>
            <a:r>
              <a:rPr lang="ru-RU" sz="2000" dirty="0"/>
              <a:t> для удобной организации</a:t>
            </a:r>
          </a:p>
        </p:txBody>
      </p:sp>
    </p:spTree>
    <p:extLst>
      <p:ext uri="{BB962C8B-B14F-4D97-AF65-F5344CB8AC3E}">
        <p14:creationId xmlns:p14="http://schemas.microsoft.com/office/powerpoint/2010/main" val="809039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AEA987-D8C9-41B8-8A86-02CF25AAD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281000"/>
            <a:ext cx="9905998" cy="988999"/>
          </a:xfrm>
        </p:spPr>
        <p:txBody>
          <a:bodyPr/>
          <a:lstStyle/>
          <a:p>
            <a:r>
              <a:rPr lang="ru-RU" b="1" dirty="0"/>
              <a:t>Интерфейс приложения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43249D6-0E4B-4CC6-A9EA-574EB3F81105}"/>
              </a:ext>
            </a:extLst>
          </p:cNvPr>
          <p:cNvSpPr/>
          <p:nvPr/>
        </p:nvSpPr>
        <p:spPr>
          <a:xfrm>
            <a:off x="3553866" y="5901323"/>
            <a:ext cx="19350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Главный экран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1A9C52D-8EDC-4839-B643-149F80E5581A}"/>
              </a:ext>
            </a:extLst>
          </p:cNvPr>
          <p:cNvSpPr/>
          <p:nvPr/>
        </p:nvSpPr>
        <p:spPr>
          <a:xfrm>
            <a:off x="6486870" y="5901323"/>
            <a:ext cx="22140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рецепта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A50E623-9386-4BAE-BAC5-ED4C0534DF0C}"/>
              </a:ext>
            </a:extLst>
          </p:cNvPr>
          <p:cNvSpPr/>
          <p:nvPr/>
        </p:nvSpPr>
        <p:spPr>
          <a:xfrm>
            <a:off x="307972" y="5791768"/>
            <a:ext cx="28373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авторизации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98" y="1344012"/>
            <a:ext cx="2147877" cy="428324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866" y="1344012"/>
            <a:ext cx="2236268" cy="437374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25" y="1357801"/>
            <a:ext cx="2223431" cy="4455720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1A9C52D-8EDC-4839-B643-149F80E5581A}"/>
              </a:ext>
            </a:extLst>
          </p:cNvPr>
          <p:cNvSpPr/>
          <p:nvPr/>
        </p:nvSpPr>
        <p:spPr>
          <a:xfrm>
            <a:off x="10195005" y="5901323"/>
            <a:ext cx="14241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043" y="1344011"/>
            <a:ext cx="2166145" cy="444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841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DF63B-24D0-4556-9F75-6C5793618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2" y="362268"/>
            <a:ext cx="9905998" cy="1286186"/>
          </a:xfrm>
        </p:spPr>
        <p:txBody>
          <a:bodyPr/>
          <a:lstStyle/>
          <a:p>
            <a:r>
              <a:rPr lang="ru-RU" b="1" dirty="0"/>
              <a:t>Инструментарий проекта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F1C53F3-C1E1-45A3-993D-FAC6A6FE9DEC}"/>
              </a:ext>
            </a:extLst>
          </p:cNvPr>
          <p:cNvSpPr/>
          <p:nvPr/>
        </p:nvSpPr>
        <p:spPr>
          <a:xfrm>
            <a:off x="144379" y="2181727"/>
            <a:ext cx="548595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Языки и технологии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(100%)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Jetpack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LiveData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DataBinding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ViewBinding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 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Навигация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Component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Асинхронность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Coroutines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544ED42-A515-449D-BAF0-193F785B52DA}"/>
              </a:ext>
            </a:extLst>
          </p:cNvPr>
          <p:cNvSpPr/>
          <p:nvPr/>
        </p:nvSpPr>
        <p:spPr>
          <a:xfrm>
            <a:off x="6045201" y="2181727"/>
            <a:ext cx="4690533" cy="2508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Activity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MVVM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(Model–View–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Pattern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Injection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(Hilt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используется)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C56195C-94E6-43EF-AFF7-34BBD9E9B7F2}"/>
              </a:ext>
            </a:extLst>
          </p:cNvPr>
          <p:cNvSpPr/>
          <p:nvPr/>
        </p:nvSpPr>
        <p:spPr>
          <a:xfrm>
            <a:off x="6096000" y="4757593"/>
            <a:ext cx="49529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Адаптивный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ConstraintLayout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RecyclerView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изображениями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Coil / Glide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Логирование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Timber / Logcat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(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подключено)</a:t>
            </a:r>
          </a:p>
        </p:txBody>
      </p:sp>
    </p:spTree>
    <p:extLst>
      <p:ext uri="{BB962C8B-B14F-4D97-AF65-F5344CB8AC3E}">
        <p14:creationId xmlns:p14="http://schemas.microsoft.com/office/powerpoint/2010/main" val="82203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30280-B34D-44B3-A3C2-3957680A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72533"/>
            <a:ext cx="9905998" cy="1380067"/>
          </a:xfrm>
        </p:spPr>
        <p:txBody>
          <a:bodyPr/>
          <a:lstStyle/>
          <a:p>
            <a:r>
              <a:rPr lang="ru-RU" b="1" dirty="0"/>
              <a:t>Планы по развитию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DCF0511-0BAB-421E-ACC6-5D201EBCBFD7}"/>
              </a:ext>
            </a:extLst>
          </p:cNvPr>
          <p:cNvSpPr/>
          <p:nvPr/>
        </p:nvSpPr>
        <p:spPr>
          <a:xfrm>
            <a:off x="1331495" y="1973180"/>
            <a:ext cx="8807116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Адаптивный дизайн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поддержка планшетов и складных устройств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Офлайн-режим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работа без интернета с последующей синхронизацией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Виджеты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рабочего стола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быстрый доступ к основным функциям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импорт данных о активности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Умные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напоминания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персонализированные уведомления о тренировках и воде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Расширенная аналитика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детальные отчёты и рекомендации на основе ИИ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Социальные функции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друзья, совместные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челленджи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лидерборды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Wear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приложение для умных часов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Мультиязычность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локализация на русский, английский и другие языки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Тёмная тема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комфортное использование приложения в любое время суток</a:t>
            </a:r>
          </a:p>
        </p:txBody>
      </p:sp>
    </p:spTree>
    <p:extLst>
      <p:ext uri="{BB962C8B-B14F-4D97-AF65-F5344CB8AC3E}">
        <p14:creationId xmlns:p14="http://schemas.microsoft.com/office/powerpoint/2010/main" val="1258066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B052A-DB5C-4F6B-B079-869EB66AC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9" y="257659"/>
            <a:ext cx="9905998" cy="1621941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и выводы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847895-3729-4753-A224-7343984D70AB}"/>
              </a:ext>
            </a:extLst>
          </p:cNvPr>
          <p:cNvSpPr/>
          <p:nvPr/>
        </p:nvSpPr>
        <p:spPr>
          <a:xfrm>
            <a:off x="1144589" y="2535192"/>
            <a:ext cx="970121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Достигнутые цели: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полнофункциональное приложение для управления рецептами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авторизации пользователей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удобный и современный интерфейс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Организовано локальное хранение данных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Внедрена статистика и аналитика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1830432943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Другая 1">
      <a:dk1>
        <a:srgbClr val="000000"/>
      </a:dk1>
      <a:lt1>
        <a:srgbClr val="FFFFFF"/>
      </a:lt1>
      <a:dk2>
        <a:srgbClr val="FFCCFF"/>
      </a:dk2>
      <a:lt2>
        <a:srgbClr val="CCFFCC"/>
      </a:lt2>
      <a:accent1>
        <a:srgbClr val="CCECFF"/>
      </a:accent1>
      <a:accent2>
        <a:srgbClr val="FFCCCC"/>
      </a:accent2>
      <a:accent3>
        <a:srgbClr val="FFFFCC"/>
      </a:accent3>
      <a:accent4>
        <a:srgbClr val="CCCCFF"/>
      </a:accent4>
      <a:accent5>
        <a:srgbClr val="CCFFFF"/>
      </a:accent5>
      <a:accent6>
        <a:srgbClr val="FFCCFF"/>
      </a:accent6>
      <a:hlink>
        <a:srgbClr val="00B0F0"/>
      </a:hlink>
      <a:folHlink>
        <a:srgbClr val="FFCCFF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161</Words>
  <Application>Microsoft Office PowerPoint</Application>
  <PresentationFormat>Широкоэкранный</PresentationFormat>
  <Paragraphs>64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Corbel</vt:lpstr>
      <vt:lpstr>Gill Sans MT</vt:lpstr>
      <vt:lpstr>Times New Roman</vt:lpstr>
      <vt:lpstr>Wingdings</vt:lpstr>
      <vt:lpstr>Посылка</vt:lpstr>
      <vt:lpstr>Мобильное приложение Книга рецептов</vt:lpstr>
      <vt:lpstr>О приложении</vt:lpstr>
      <vt:lpstr>Преимущества приложения</vt:lpstr>
      <vt:lpstr>Ключевые функции</vt:lpstr>
      <vt:lpstr>Интерфейс приложения</vt:lpstr>
      <vt:lpstr>Инструментарий проекта</vt:lpstr>
      <vt:lpstr>Планы по развитию</vt:lpstr>
      <vt:lpstr>Итоги и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Мобильное приложение Fitness Assist</dc:title>
  <dc:creator>aidan</dc:creator>
  <cp:lastModifiedBy>aidan</cp:lastModifiedBy>
  <cp:revision>14</cp:revision>
  <dcterms:created xsi:type="dcterms:W3CDTF">2025-12-15T16:14:04Z</dcterms:created>
  <dcterms:modified xsi:type="dcterms:W3CDTF">2025-12-23T22:09:11Z</dcterms:modified>
</cp:coreProperties>
</file>